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40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opens. Greet, introduce the group and the project, say each member will present a slice of the database. Keep calm, this is the easiest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presentation follows the life of the data: design it, get it in, operate on it, turn it into insight. Each member owns one stage. The demo is one continuous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client in Lipa City. Emphasize: this is a real, working system on a live database,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Restaurant analogy: dining room (frontend), kitchen (backend), pantry (database). Customers never enter the pantry. This separation is the core security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Marco's live demo: open api.js, App.jsx handleTimeIn, time_in.php side by side and trace it. Mention 'stateless' — the token is sent every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 tables total. Don't read all of them — point to the groups. Core = the everyday data; Security = login, sessions,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each relationship out loud. The walk-in design (member_id NULL) is a highlight — one table serves members and guests.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TWO to emphasize if rushed: 3NF and InnoDB/transactions. These answer 'is it more than a CRUD app?'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slide for Member 2. Open add_member.php and show beginTransaction / commit / rollBack and the contract_counter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source of truth for all incoming money. The walkin_key generated column is a strong point to mention if the prof asks about advanced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Renewals/installments are UPDATEs + new payment rows. The installment-balance guard shows business rules enforced in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member just registered. This is the visible hand-off in the demo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Great place to show the idx_expiration_date / composite index. Real, practical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 strong demo: try to delete a plan that has members -&gt; the database rejects it. Integrity at the DB level, not just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Live: open Revenue report and show the payment from the member registered earlier now in the totals. Closes the demo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most impressive area. Optionally demo a live lockout by typing a wrong password 5x.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Activity Log view with the member.create entry from the demo. Tie integrity back to the ERD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Rehearse this end-to-end at least once. The same record visibly travels through all four presenters.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Member 4 closes. Then open the floor. Everyone should know the ERD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DATABASE MANAGEMENT  ·  SYSTEM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Fitness Synergy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E8F0FE"/>
                </a:solidFill>
                <a:latin typeface="Calibri"/>
              </a:rPr>
              <a:t>Gym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web application for Fitness Synergy Lipa — built on a relational MySQL database.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Team M.G.A.B. Co.   |   Lead: Marco Andrei R. Belen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B6672"/>
                </a:solidFill>
                <a:latin typeface="Calibri"/>
              </a:rPr>
              <a:t>React + Vite  →  PHP REST API  →  MySQL (MariaDB)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Who presents what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09728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64792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B1F3A"/>
                </a:solidFill>
                <a:latin typeface="Calibri"/>
              </a:rPr>
              <a:t>Foundation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Architecture &amp; Database Design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▶  Marco (Leader)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4068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508760"/>
            <a:ext cx="109728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691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1764792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B1F3A"/>
                </a:solidFill>
                <a:latin typeface="Calibri"/>
              </a:rPr>
              <a:t>Getting Data In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Membership Lifecycle — writes &amp; transactions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▶  Member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44068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109728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187952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B1F3A"/>
                </a:solidFill>
                <a:latin typeface="Calibri"/>
              </a:rPr>
              <a:t>Daily Operations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Attendance &amp; Reference Data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▶  Member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31920"/>
            <a:ext cx="544068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931920"/>
            <a:ext cx="109728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411480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4187952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B1F3A"/>
                </a:solidFill>
                <a:latin typeface="Calibri"/>
              </a:rPr>
              <a:t>Insight &amp; Trust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Reporting + Security &amp; Integrity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▶  Member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Fitness Synergy?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583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A complete gym management system that replaces pen-and-paper logbooks for </a:t>
            </a:r>
            <a:r>
              <a:rPr sz="1600" b="1" i="0">
                <a:solidFill>
                  <a:srgbClr val="0B1F3A"/>
                </a:solidFill>
                <a:latin typeface="Calibri"/>
              </a:rPr>
              <a:t>Fitness Synergy Lipa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Front-desk staff use it every day to register members, accept payments, track attendance, and see how the business is doing.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11064240" cy="265176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What the system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Member &amp; walk-in registration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Membership renewals &amp; installments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Daily attendance / time-in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4348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Plans, promos &amp; expense tracking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Revenue &amp; sales reporting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Secure login + full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Three-tier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383280" cy="26517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Single-page app in the browser.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Buttons, forms, tables.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Never touches the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6517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691640"/>
            <a:ext cx="3383280" cy="26517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98848" y="1691640"/>
            <a:ext cx="33832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7647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4688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PHP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0632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~55 endpoint files.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Checks login &amp; rules,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runs the SQL.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6517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691640"/>
            <a:ext cx="3383280" cy="26517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49056" y="1691640"/>
            <a:ext cx="338328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176479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4688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MySQL / MariaDB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0632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13 tables.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The only thing the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backend talks 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11064240" cy="1554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Why this matters: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the browser has no direct line to the database. Every request is forced through the backend, which checks your login and validates input first. 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E8F0FE"/>
                </a:solidFill>
                <a:latin typeface="Calibri"/>
              </a:rPr>
              <a:t>If the frontend could run SQL, anyone could open the dev console and wipe the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click,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75564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Click 'Time In'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Browser (React)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68296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68296" y="1920240"/>
            <a:ext cx="175564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68296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Send request +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api.js  →  HTTP/JSON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3672" y="1920240"/>
            <a:ext cx="175564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Check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time_in.php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9048" y="1920240"/>
            <a:ext cx="175564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8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Run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INSERT INTO attendance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4424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64424" y="1920240"/>
            <a:ext cx="175564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64424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Save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MySQL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920240"/>
            <a:ext cx="1755648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29800" y="1920240"/>
            <a:ext cx="175564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1956816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06040"/>
            <a:ext cx="15727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Return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246120"/>
            <a:ext cx="15727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B6672"/>
                </a:solidFill>
                <a:latin typeface="Calibri"/>
              </a:rPr>
              <a:t>{ success: true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A button click becomes one JavaScript call → one PHP file → one SQL statement → one row.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5B6672"/>
                </a:solidFill>
                <a:latin typeface="Calibri"/>
              </a:rPr>
              <a:t>That is the entire system in miniature — and the pattern every feature follows (a REST API).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PART 1  ·  Marco (Leader)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Foundation: Architecture &amp;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The blueprint everyone builds on — the 13 tables, how they relate, and the engineering choices behind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13 tables, grouped by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65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E8F0FE"/>
                </a:solidFill>
                <a:latin typeface="Calibri"/>
              </a:rPr>
              <a:t>MariaDB 11.4 · InnoDB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2103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406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members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payments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440680" cy="2103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4406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591056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40280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plans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promos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expenses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39"/>
            <a:ext cx="5440680" cy="2103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54406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14215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39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monthly_targets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bank_deposits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977639"/>
            <a:ext cx="5440680" cy="2103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3977639"/>
            <a:ext cx="544068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4014215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SECURITY &amp;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663439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admins   sessions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login_attempts   activity_log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contract_counter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the core tables relate (ERD)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265176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plans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F0FE"/>
                </a:solidFill>
                <a:latin typeface="Calibri"/>
              </a:rPr>
              <a:t>plan_id (PK)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063240"/>
            <a:ext cx="265176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members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F0FE"/>
                </a:solidFill>
                <a:latin typeface="Calibri"/>
              </a:rPr>
              <a:t>member_id (PK)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72000"/>
            <a:ext cx="265176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payments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F0FE"/>
                </a:solidFill>
                <a:latin typeface="Calibri"/>
              </a:rPr>
              <a:t>member_id FK · plan_id FK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572000"/>
            <a:ext cx="265176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7091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attendance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E8F0FE"/>
                </a:solidFill>
                <a:latin typeface="Calibri"/>
              </a:rPr>
              <a:t>member_id FK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468880"/>
            <a:ext cx="0" cy="594360"/>
          </a:xfrm>
          <a:prstGeom prst="bentConnector3">
            <a:avLst/>
          </a:prstGeom>
          <a:ln w="25400">
            <a:solidFill>
              <a:srgbClr val="5B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6060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1 → many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651760" y="3977639"/>
            <a:ext cx="2468880" cy="594361"/>
          </a:xfrm>
          <a:prstGeom prst="bentConnector3">
            <a:avLst/>
          </a:prstGeom>
          <a:ln w="25400">
            <a:solidFill>
              <a:srgbClr val="5B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91840" y="41148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makes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3977639"/>
            <a:ext cx="2468880" cy="594361"/>
          </a:xfrm>
          <a:prstGeom prst="bentConnector3">
            <a:avLst/>
          </a:prstGeom>
          <a:ln w="25400">
            <a:solidFill>
              <a:srgbClr val="5B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80960" y="41148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checks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One plan → many members  ·  one member → many payments &amp; attendance rows.  </a:t>
            </a:r>
            <a:r>
              <a:rPr sz="1400" b="1" i="0">
                <a:solidFill>
                  <a:srgbClr val="F59E0B"/>
                </a:solidFill>
                <a:latin typeface="Calibri"/>
              </a:rPr>
              <a:t>A walk-in is a payment with member_id = NULL.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Engineering decisions we can defend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Third Normal Form (3NF)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Plan price &amp; duration live only in plans; members store a plan_id foreign key. No duplicated data, no update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6276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InnoDB, not MyISAM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Gives us transactions (all-or-nothing writes) and foreign keys. We deliberately converted promos &amp; expenses.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18211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Foreign keys with delete rules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members.plan_id is RESTRICT (can't delete a plan in use); member deletes CASCADE to their payments &amp; attendance.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6324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18211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Indexes on hot columns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payment_date, expiration_date, member_id, plan_id — so reports don't full-scan the tables.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73659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Deliberate snapshots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payments.amount is copied at sale time, so changing a plan's price later never rewrites old receipts.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1772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473659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utf8mb4 charset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Stores ₱ and — correctly. A real bug we found and fixed.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PART 2  · 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Getting Data In: Membership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How a real person becomes a row — registration, walk-ins, renewals and installments. The write path and transactions.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WRITES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Registering a member is atomic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One click writes to TWO tables — and both must succeed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65176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INSERT → members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F0FE"/>
                </a:solidFill>
                <a:latin typeface="Calibri"/>
              </a:rPr>
              <a:t>new member 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48840"/>
            <a:ext cx="265176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INSERT → payments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E8F0FE"/>
                </a:solidFill>
                <a:latin typeface="Calibri"/>
              </a:rPr>
              <a:t>first payment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438912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Wrapped in ONE transaction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commit() succeeds · rollBack() undoes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Atomic: if the payment fails, the member insert is rolled back — never a half-saved record.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Safe contract IDs: a locked contract_counter row hands out FS-000001, FS-000002… with no race condition (better than MAX(id)+1).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SQL-injection proof: every value is a bound parameter in a prepared statement, never glued into the SQL.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Defense-in-depth validation: contact must be 09xxxxxxxxx, age 1–120, DOB not in the future, duplicate-name guard.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WRITES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Walk-ins: one table, two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 guest doesn't need a member record.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Stored as a payments row with member_id = NULL and customer_type = 'Walk-in'.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The guest's name &amp; contact live on the payment itself.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Same-day duplicate guard stops double entries.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After 7 visits, the system recommends converting them to a member.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4206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Smart touch: walkin_key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A generated STORED column in the database automatically builds a key from the guest's contact number (or their name if no contact).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It lets us group repeat walk-ins and count their visits — the database computes it for us, we never set it by hand.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1" i="0">
                <a:solidFill>
                  <a:srgbClr val="F59E0B"/>
                </a:solidFill>
                <a:latin typeface="Calibri"/>
              </a:rPr>
              <a:t>This is an advanced relational feature, not just a plain column.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WRITES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Renewals &amp; installment payments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206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4068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Renewals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Extends expiration_date by the plan duration (+ bonus days).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Inserts another payments row — full history is kept.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Guard: can't renew if an installment balance is unpaid.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40680" cy="4206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Installments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59E0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Member pays in parts against installment_total.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59E0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Each partial payment is recorded and the balance tracked.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59E0B"/>
                </a:solidFill>
                <a:latin typeface="Calibri"/>
              </a:rPr>
              <a:t>▸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Lets students/seniors spread a 12-month plan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PART 3  · 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Daily Operations: Attendance &amp; Reference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The day-to-day: checking members in, spotting expiring memberships, and managing plans, promos &amp; expenses.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Attendance / Time-in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Member arrives → staff click Time-In.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Guard query first: SELECT ... WHERE member_id = ? AND DATE(time_in) = CURRENT_DATE() — no double check-ins per day.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If clear: INSERT INTO attendance (member_id, time_in) VALUES (?, NOW()).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attendance.member_id is a foreign key with ON DELETE CASCADE — remove a member and their visit history goes too.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Indexed (member_id, time_in) so the daily list is fast.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554480"/>
            <a:ext cx="4389120" cy="41148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77440"/>
            <a:ext cx="3840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Time-in the member that Member 2 just registered.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50" b="0" i="0">
                <a:solidFill>
                  <a:srgbClr val="E8F0FE"/>
                </a:solidFill>
                <a:latin typeface="Calibri"/>
              </a:rPr>
              <a:t>Watch the Live Feed update, then show the new row in the attendance table.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50" b="1" i="0">
                <a:solidFill>
                  <a:srgbClr val="F59E0B"/>
                </a:solidFill>
                <a:latin typeface="Calibri"/>
              </a:rPr>
              <a:t>Same record flows from one presenter to the next.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Expiring members &amp; renewal reminders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The system finds members whose membership is about to lapse using a date-range query: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064240" cy="8686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7EE787"/>
                </a:solidFill>
                <a:latin typeface="Calibri"/>
              </a:rPr>
              <a:t>WHERE expiration_date BETWEEN CURRENT_DATE() AND DATE_ADD(CURRENT_DATE(), INTERVAL N 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Staff get a banner so they can call members before they expire.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 member can be marked 'contacted' (renewal_contacted_at) so nobody is bothered twice.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Backed by a composite index (expiration_date, renewal_contacted_at) for speed.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 data: Plans · Promos · Expenses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3258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011680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56232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9 plans, ₱150 walk-in up to ₱12,000 / 12 months. Referenced by members &amp; payments. ON DELETE RESTRICT means the DB refuses to delete a plan still in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064240" cy="13258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2011680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Promos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64992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Bonus days or discounts (e.g. Happy Birthday Promo). is_active flag toggles availability without deleting.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064240" cy="13258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2011680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73752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category, amount, date. Feeds the profit side of the reports in Part 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PART 4  ·  Member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Insight &amp; Trust: Reporting +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Turning rows into reports with aggregation SQL — and protecting the database from login to audit log.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Reporting = aggregation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The heavy lifting happens in SQL, not PHP. This is what a relational database is built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106424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7EE787"/>
                </a:solidFill>
                <a:latin typeface="Calibri"/>
              </a:rPr>
              <a:t>SELECT SUM(amount), customer_type FROM payments JOIN plans ... GROUP BY period, customer_type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440680" cy="12344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Revenue report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SUM() + GROUP BY by day / week / month, split by member vs walk-in.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440680" cy="12344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438144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Dashboard stats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COUNT() of members, visits, active vs expiring.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440680" cy="12344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09744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Branch sales report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Actual revenue vs monthly_targets, reconciled with bank_deposits (variance).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440680" cy="12344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809744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JOINs everywhere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payments → plans → members to label every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Security: hardened, not just a password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bcrypt password hashing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Passwords are hashed one-way — even we can't read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6276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Token sessions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Random 64-char token in the sessions table, 24-hour expiry, sent each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18211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Rate limiting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5 failed logins per IP in 15 min = locked. Tracked in login_attempts.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6324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18211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Timing-attack defense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Fake bcrypt work when the username is wrong, so attackers can't enumerate usernames by response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73659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Prepared statements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Every query is parameterized — SQL-injection safe.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17720"/>
            <a:ext cx="5440680" cy="14173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473659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Calibri"/>
              </a:rPr>
              <a:t>Session cleanup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F2A37"/>
                </a:solidFill>
                <a:latin typeface="Calibri"/>
              </a:rPr>
              <a:t>Expired sessions are deleted automatically.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Audit trail &amp; 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Every write is logged to activity_log: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who (admin + username), when, their IP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a JSON snapshot of exactly what changed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Full accountability — see who changed what.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Fail-safe: if logging breaks, it never breaks the real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420624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Integrity enforced by the DB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Foreign keys — no orphan payments, no deleting an in-use plan.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NOT NULL &amp; DEFAULT constraints on critical columns.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Transactions — multi-table writes are all-or-nothing.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continuous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Marco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Trace a click through the 3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449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Member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Register a brand-new member,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03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Member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062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Time that same member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8463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3309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Member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3492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Show their payment in the revenue report + the audit 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Fitness Synergy,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A normalized relational database (3NF) with foreign keys &amp; indexes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A clean 3-tier app: React → PHP REST API → MySQL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Real transactions &amp; constraints keeping data consistent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700" b="0" i="0">
                <a:solidFill>
                  <a:srgbClr val="E8F0FE"/>
                </a:solidFill>
                <a:latin typeface="Calibri"/>
              </a:rPr>
              <a:t>Security from login to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Calibri"/>
              </a:rPr>
              <a:t>Thank you! — We're 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2364</Words>
  <Application>Microsoft Office PowerPoint</Application>
  <PresentationFormat>Widescreen</PresentationFormat>
  <Paragraphs>275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Andrei R. Belen</cp:lastModifiedBy>
  <cp:revision>1</cp:revision>
  <dcterms:created xsi:type="dcterms:W3CDTF">2013-01-27T09:14:16Z</dcterms:created>
  <dcterms:modified xsi:type="dcterms:W3CDTF">2026-06-05T03:09:39Z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2026-06-05T03:09:38Z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6689aae9-93bf-45c9-be40-334e5f8abdcb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10, 3, 0, 1</vt:lpwstr>
  </property>
</Properties>
</file>